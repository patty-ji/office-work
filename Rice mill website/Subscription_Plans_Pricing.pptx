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Subscription Plans &amp; Pricing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Video Editing &amp; Website Designing Services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Plan (Quarterly)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Deliverables:</a:t>
            </a:r>
          </a:p>
          <a:p>
            <a:r>
              <a:t>• 5 Short videos (up to 2 min each)</a:t>
            </a:r>
          </a:p>
          <a:p>
            <a:r>
              <a:t>• 2 Long videos (5–10 min)</a:t>
            </a:r>
          </a:p>
          <a:p>
            <a:r>
              <a:t>• Provide Website for Company</a:t>
            </a:r>
          </a:p>
          <a:p>
            <a:r>
              <a:t>• Digital Ideas</a:t>
            </a:r>
          </a:p>
          <a:p/>
          <a:p>
            <a:r>
              <a:t>Price: ₹18,000 – ₹25,000 (per quarter)</a:t>
            </a:r>
          </a:p>
          <a:p>
            <a:r>
              <a:t>≈ ₹6,000 – ₹8,000 per month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Standard Plan (Semi-Annual)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Deliverables:</a:t>
            </a:r>
          </a:p>
          <a:p>
            <a:r>
              <a:t>• 12 Short videos (up to 2 min each)</a:t>
            </a:r>
          </a:p>
          <a:p>
            <a:r>
              <a:t>• 6 Long videos (5–10 min)</a:t>
            </a:r>
          </a:p>
          <a:p>
            <a:r>
              <a:t>• Provide Website for Company</a:t>
            </a:r>
          </a:p>
          <a:p>
            <a:r>
              <a:t>• Video Suggestions</a:t>
            </a:r>
          </a:p>
          <a:p>
            <a:r>
              <a:t>• Digital Ideas</a:t>
            </a:r>
          </a:p>
          <a:p>
            <a:r>
              <a:t>• Provide Thumbnails</a:t>
            </a:r>
          </a:p>
          <a:p>
            <a:r>
              <a:t>• AI Image suggestions (3 per month)</a:t>
            </a:r>
          </a:p>
          <a:p/>
          <a:p>
            <a:r>
              <a:t>Price: ₹60,000 – ₹75,000 (6 months)</a:t>
            </a:r>
          </a:p>
          <a:p>
            <a:r>
              <a:t>≈ ₹10,000 – ₹12,500 per month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Premium Plan (Annual)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Deliverables:</a:t>
            </a:r>
          </a:p>
          <a:p>
            <a:r>
              <a:t>• 12 Short videos (up to 2 min each)</a:t>
            </a:r>
          </a:p>
          <a:p>
            <a:r>
              <a:t>• 6 Long videos (5–10 min)</a:t>
            </a:r>
          </a:p>
          <a:p>
            <a:r>
              <a:t>• Provide Website for Company</a:t>
            </a:r>
          </a:p>
          <a:p>
            <a:r>
              <a:t>• Video Suggestions</a:t>
            </a:r>
          </a:p>
          <a:p>
            <a:r>
              <a:t>• Digital Ideas</a:t>
            </a:r>
          </a:p>
          <a:p>
            <a:r>
              <a:t>• Provide Thumbnails</a:t>
            </a:r>
          </a:p>
          <a:p>
            <a:r>
              <a:t>• AI Image suggestions (Unlimited)</a:t>
            </a:r>
          </a:p>
          <a:p/>
          <a:p>
            <a:r>
              <a:t>Price: ₹1,20,000 – ₹1,80,000 (per year)</a:t>
            </a:r>
          </a:p>
          <a:p>
            <a:r>
              <a:t>≈ ₹10,000 – ₹15,000 per month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Suggested Ad Budgets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Small Business (Local, 1 city):</a:t>
            </a:r>
          </a:p>
          <a:p>
            <a:r>
              <a:t>• YouTube Ads: ₹10,000 – ₹20,000</a:t>
            </a:r>
          </a:p>
          <a:p>
            <a:r>
              <a:t>• Meta Ads: ₹10,000 – ₹15,000</a:t>
            </a:r>
          </a:p>
          <a:p>
            <a:r>
              <a:t>• Total: ₹20,000 – ₹35,000</a:t>
            </a:r>
          </a:p>
          <a:p/>
          <a:p>
            <a:r>
              <a:t>Medium Business (Regional/state):</a:t>
            </a:r>
          </a:p>
          <a:p>
            <a:r>
              <a:t>• YouTube Ads: ₹25,000 – ₹40,000</a:t>
            </a:r>
          </a:p>
          <a:p>
            <a:r>
              <a:t>• Meta Ads: ₹20,000 – ₹35,000</a:t>
            </a:r>
          </a:p>
          <a:p>
            <a:r>
              <a:t>• Total: ₹45,000 – ₹75,000</a:t>
            </a:r>
          </a:p>
          <a:p/>
          <a:p>
            <a:r>
              <a:t>Large Business (National/e-commerce):</a:t>
            </a:r>
          </a:p>
          <a:p>
            <a:r>
              <a:t>• YouTube Ads: ₹50,000 – ₹1,00,000+</a:t>
            </a:r>
          </a:p>
          <a:p>
            <a:r>
              <a:t>• Meta Ads: ₹50,000 – ₹1,00,000+</a:t>
            </a:r>
          </a:p>
          <a:p>
            <a:r>
              <a:t>• Total: ₹1,00,000 – ₹2,00,000+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